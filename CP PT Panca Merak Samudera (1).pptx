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81" r:id="rId20"/>
    <p:sldId id="282" r:id="rId21"/>
    <p:sldId id="279" r:id="rId22"/>
    <p:sldId id="283" r:id="rId23"/>
    <p:sldId id="284" r:id="rId24"/>
    <p:sldId id="285" r:id="rId25"/>
    <p:sldId id="286" r:id="rId26"/>
    <p:sldId id="287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84FE4130-010C-49F8-9458-07BCC84A9901}" type="datetimeFigureOut">
              <a:rPr lang="en-US" smtClean="0"/>
              <a:pPr/>
              <a:t>10/25/2021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23E7E8F9-DE42-4491-AD47-90556514091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D:\New folder\Company Profile PT PMS Inggris\Slide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 advClick="0" advTm="5000">
    <p:dissolv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D:\New folder\company profile PT PANCA MERAK SAMUDERA (2)\Slide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 advClick="0" advTm="5000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D:\New folder\company profile PT PANCA MERAK SAMUDERA (2)\Slide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pic>
        <p:nvPicPr>
          <p:cNvPr id="3075" name="Picture 3" descr="D:\New folder\Company Profile PT PMS Inggris\Slide4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 advClick="0" advTm="5000">
    <p:wipe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D:\New folder\Company Profile PT PMS Inggris\Slide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4000">
        <p:split orient="vert"/>
      </p:transition>
    </mc:Choice>
    <mc:Fallback>
      <p:transition spd="slow" advClick="0" advTm="4000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D:\New folder\Company Profile PT PMS Inggris\Slide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p:transition advClick="0" advTm="4000">
    <p:dissolv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D:\New folder\Company Profile PT PMS Inggris\Slide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3000"/>
    </mc:Choice>
    <mc:Fallback>
      <p:transition spd="slow" advClick="0"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D:\New folder\Company Profile PT PMS Inggris\Slide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D:\New folder\Company Profile PT PMS Inggris\Slide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D:\New folder\Company Profile PT PMS Inggris\Slide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D:\New folder\Company Profile PT PMS Inggris\Slide1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 descr="D:\New folder\Company Profile PT PMS Inggris\Slide1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 descr="D:\New folder\Company Profile PT PMS Inggris\Slide1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 descr="D:\New folder\Company Profile PT PMS Inggris\Slide1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 descr="D:\New folder\Company Profile PT PMS Inggris\Slide1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 descr="D:\New folder\Company Profile PT PMS Inggris\Slide1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6" name="Picture 2" descr="D:\New folder\Company Profile PT PMS Inggris\Slide2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 descr="D:\New folder\Company Profile PT PMS Inggris\Slide2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 descr="D:\New folder\Company Profile PT PMS Inggris\Slide2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 descr="D:\New folder\Company Profile PT PMS Inggris\Slide2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626" name="Picture 2" descr="D:\New folder\Company Profile PT PMS Inggris\Slide24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7650" name="Picture 2" descr="D:\New folder\Company Profile PT PMS Inggris\Slide2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8674" name="Picture 2" descr="D:\New folder\Company Profile PT PMS Inggris\Slide26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698" name="Picture 2" descr="D:\New folder\Company Profile PT PMS Inggris\Slide2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22" name="Picture 2" descr="D:\New folder\Company Profile PT PMS Inggris\Slide2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770" name="Picture 2" descr="D:\New folder\Company Profile PT PMS Inggris\Slide29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1747" name="Picture 3" descr="D:\New folder\Company Profile PT PMS Inggris\Slide3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15</TotalTime>
  <Words>0</Words>
  <Application>Microsoft Office PowerPoint</Application>
  <PresentationFormat>On-screen Show (4:3)</PresentationFormat>
  <Paragraphs>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Lucida Sans Unicode</vt:lpstr>
      <vt:lpstr>Verdana</vt:lpstr>
      <vt:lpstr>Wingdings 2</vt:lpstr>
      <vt:lpstr>Wingdings 3</vt:lpstr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ACER</dc:creator>
  <cp:lastModifiedBy>honey putri</cp:lastModifiedBy>
  <cp:revision>4</cp:revision>
  <dcterms:created xsi:type="dcterms:W3CDTF">2021-10-25T08:00:27Z</dcterms:created>
  <dcterms:modified xsi:type="dcterms:W3CDTF">2021-10-25T08:44:30Z</dcterms:modified>
</cp:coreProperties>
</file>